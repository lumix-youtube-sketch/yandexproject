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DM Sans" panose="020F0502020204030204" pitchFamily="2" charset="0"/>
      <p:regular r:id="rId12"/>
    </p:embeddedFont>
    <p:embeddedFont>
      <p:font typeface="PT Serif" panose="020A0603040505020204" pitchFamily="18" charset="-52"/>
      <p:regular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6872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40" y="3139440"/>
            <a:ext cx="1950720" cy="1950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703546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Livi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6280190" y="2787968"/>
            <a:ext cx="7556421" cy="2054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0"/>
              </a:lnSpc>
              <a:buNone/>
            </a:pPr>
            <a:r>
              <a:rPr lang="en-US" sz="6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Трекер привычек и продуктивности</a:t>
            </a:r>
            <a:endParaRPr lang="en-US" sz="6450" dirty="0"/>
          </a:p>
        </p:txBody>
      </p:sp>
      <p:sp>
        <p:nvSpPr>
          <p:cNvPr id="6" name="Text 3"/>
          <p:cNvSpPr/>
          <p:nvPr/>
        </p:nvSpPr>
        <p:spPr>
          <a:xfrm>
            <a:off x="6280190" y="518219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Веб-приложение для отслеживания привычек, задач и заметок в одном месте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616315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Учебный проект Яндекс Лицей. Мешков Матвей</a:t>
            </a:r>
            <a:endParaRPr lang="en-US" sz="1750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A6F84B9-D8F2-716C-BD1D-59B93F397BB3}"/>
              </a:ext>
            </a:extLst>
          </p:cNvPr>
          <p:cNvSpPr/>
          <p:nvPr/>
        </p:nvSpPr>
        <p:spPr>
          <a:xfrm>
            <a:off x="12606391" y="7685070"/>
            <a:ext cx="1900719" cy="472611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1821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Проблема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200263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Современному человеку сложно поддерживать дисциплину — привычки, задачи и заметки хранятся в разных местах. Нет единой системы, которая объединяла бы всё необходимое.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346490"/>
            <a:ext cx="3664744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1020604" y="357330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Разрозненность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020604" y="4081463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Привычки в одном приложении, задачи в другом, заметки — в третьем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3346490"/>
            <a:ext cx="3664863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4912162" y="357330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Потеря мотивации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4912162" y="4081463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Без визуального прогресса и статистики сложно поддерживать ритм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5623798"/>
            <a:ext cx="7556421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1020604" y="585061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Сложность входа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1020604" y="6358771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Множество инструментов отталкивают — нужна простота и фокус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1887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Решение — </a:t>
            </a:r>
            <a:r>
              <a:rPr lang="en-US" sz="35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Livi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631" y="1704856"/>
            <a:ext cx="4937165" cy="45942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99427" y="3555444"/>
            <a:ext cx="6044684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Livi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единое веб-приложение, которое объединяет всё необходимое для продуктивной жизни. Один аккаунт, один интерфейс, три ключевых раздела.</a:t>
            </a:r>
            <a:endParaRPr lang="en-US" sz="1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488" y="6591300"/>
            <a:ext cx="255151" cy="2551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46478" y="6586061"/>
            <a:ext cx="3414117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Авторизация и личный профиль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346478" y="6941463"/>
            <a:ext cx="368855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Безопасный вход, аватар, фоновая музыка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8157" y="6591300"/>
            <a:ext cx="255151" cy="25515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47147" y="6586061"/>
            <a:ext cx="302656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Привычки, задачи и заметки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5747147" y="6941463"/>
            <a:ext cx="36886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Всё в одном месте, без переключений между приложениями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8945" y="6591300"/>
            <a:ext cx="255151" cy="25515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147935" y="6586061"/>
            <a:ext cx="234672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Прогресс и статистика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10147935" y="6941463"/>
            <a:ext cx="36886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Streak-счётчики, дедлайны, история выполнений</a:t>
            </a:r>
            <a:endParaRPr lang="en-US" sz="1300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BAF9FBBC-D883-A3F3-E5F0-832EB3C4A2E2}"/>
              </a:ext>
            </a:extLst>
          </p:cNvPr>
          <p:cNvSpPr/>
          <p:nvPr/>
        </p:nvSpPr>
        <p:spPr>
          <a:xfrm>
            <a:off x="12606391" y="7685070"/>
            <a:ext cx="1900719" cy="472611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935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Стек технологий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697242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4343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+ Flask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3942517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Бэкенд-логика, маршруты, обработка запрос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697242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4343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SQLite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7456884" y="3942517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Лёгкая реляционная БД — 5 таблиц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759047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49616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HTML / CSS / JS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793790" y="6004322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Адаптивный, функциональный интерфейс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759047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49616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Внешний API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7456884" y="6004322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Мотивационные цитаты с заменой на локальный список при недоступности сервиса</a:t>
            </a:r>
            <a:endParaRPr lang="en-US" sz="1750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1D937D43-ACD0-89A3-ADC9-BFC1EBAC28F0}"/>
              </a:ext>
            </a:extLst>
          </p:cNvPr>
          <p:cNvSpPr/>
          <p:nvPr/>
        </p:nvSpPr>
        <p:spPr>
          <a:xfrm>
            <a:off x="12606391" y="7685070"/>
            <a:ext cx="1900719" cy="472611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7464"/>
            <a:ext cx="5477947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Архитектура базы данных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3481626"/>
            <a:ext cx="6313884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База данных Livi состоит из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таблиц.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Ключевое ограничение: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одна привычка — одна отметка выполнения в день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346" y="1560433"/>
            <a:ext cx="4735354" cy="473535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0346" y="1560433"/>
            <a:ext cx="4735354" cy="473535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93790" y="6582728"/>
            <a:ext cx="4262557" cy="979289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86671" y="6775609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986671" y="7131010"/>
            <a:ext cx="387679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Пользователи — корневая таблица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183862" y="6582728"/>
            <a:ext cx="4262557" cy="979289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76743" y="6775609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Habits + Completions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376743" y="7131010"/>
            <a:ext cx="387679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Привычки и их выполнения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9573935" y="6582728"/>
            <a:ext cx="4262557" cy="979289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766816" y="6775609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Tasks + Notes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9766816" y="7131010"/>
            <a:ext cx="387679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Задачи и заметки пользователя</a:t>
            </a:r>
            <a:endParaRPr lang="en-US" sz="1300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BC6BAF78-63E9-86F0-6D7B-19F71938197D}"/>
              </a:ext>
            </a:extLst>
          </p:cNvPr>
          <p:cNvSpPr/>
          <p:nvPr/>
        </p:nvSpPr>
        <p:spPr>
          <a:xfrm>
            <a:off x="12606391" y="7685070"/>
            <a:ext cx="1900719" cy="472611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6427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Функция: Привычки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1948696"/>
            <a:ext cx="6407944" cy="2594848"/>
          </a:xfrm>
          <a:prstGeom prst="roundRect">
            <a:avLst>
              <a:gd name="adj" fmla="val 1311"/>
            </a:avLst>
          </a:prstGeom>
          <a:solidFill>
            <a:srgbClr val="F2EEEE"/>
          </a:solidFill>
          <a:ln/>
        </p:spPr>
      </p:sp>
      <p:sp>
        <p:nvSpPr>
          <p:cNvPr id="5" name="Shape 2"/>
          <p:cNvSpPr/>
          <p:nvPr/>
        </p:nvSpPr>
        <p:spPr>
          <a:xfrm>
            <a:off x="1020604" y="21755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2362557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308276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Добавление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1020604" y="3590925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Создание привычки с выбором цвета и названия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7428548" y="1948696"/>
            <a:ext cx="6408063" cy="2594848"/>
          </a:xfrm>
          <a:prstGeom prst="roundRect">
            <a:avLst>
              <a:gd name="adj" fmla="val 1311"/>
            </a:avLst>
          </a:prstGeom>
          <a:solidFill>
            <a:srgbClr val="F2EEEE"/>
          </a:solidFill>
          <a:ln/>
        </p:spPr>
      </p:sp>
      <p:sp>
        <p:nvSpPr>
          <p:cNvPr id="10" name="Shape 6"/>
          <p:cNvSpPr/>
          <p:nvPr/>
        </p:nvSpPr>
        <p:spPr>
          <a:xfrm>
            <a:off x="7655362" y="21755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42528" y="2362557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55362" y="308276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Отметка дней</a:t>
            </a:r>
            <a:endParaRPr lang="en-US" sz="2300" dirty="0"/>
          </a:p>
        </p:txBody>
      </p:sp>
      <p:sp>
        <p:nvSpPr>
          <p:cNvPr id="13" name="Text 8"/>
          <p:cNvSpPr/>
          <p:nvPr/>
        </p:nvSpPr>
        <p:spPr>
          <a:xfrm>
            <a:off x="7655362" y="3590925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Визуальная сетка последних 7 дней — клик без перезагрузки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3790" y="4770358"/>
            <a:ext cx="6407944" cy="2594848"/>
          </a:xfrm>
          <a:prstGeom prst="roundRect">
            <a:avLst>
              <a:gd name="adj" fmla="val 1311"/>
            </a:avLst>
          </a:prstGeom>
          <a:solidFill>
            <a:srgbClr val="F2EEEE"/>
          </a:solidFill>
          <a:ln/>
        </p:spPr>
      </p:sp>
      <p:sp>
        <p:nvSpPr>
          <p:cNvPr id="15" name="Shape 10"/>
          <p:cNvSpPr/>
          <p:nvPr/>
        </p:nvSpPr>
        <p:spPr>
          <a:xfrm>
            <a:off x="1020604" y="499717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7770" y="5184219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0604" y="590442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Streak-счётчик</a:t>
            </a:r>
            <a:endParaRPr lang="en-US" sz="2300" dirty="0"/>
          </a:p>
        </p:txBody>
      </p:sp>
      <p:sp>
        <p:nvSpPr>
          <p:cNvPr id="18" name="Text 12"/>
          <p:cNvSpPr/>
          <p:nvPr/>
        </p:nvSpPr>
        <p:spPr>
          <a:xfrm>
            <a:off x="1020604" y="6412587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Автоматический подсчёт дней подряд — мотивация в реальном времени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7428548" y="4770358"/>
            <a:ext cx="6408063" cy="2594848"/>
          </a:xfrm>
          <a:prstGeom prst="roundRect">
            <a:avLst>
              <a:gd name="adj" fmla="val 1311"/>
            </a:avLst>
          </a:prstGeom>
          <a:solidFill>
            <a:srgbClr val="F2EEEE"/>
          </a:solidFill>
          <a:ln/>
        </p:spPr>
      </p:sp>
      <p:sp>
        <p:nvSpPr>
          <p:cNvPr id="20" name="Shape 14"/>
          <p:cNvSpPr/>
          <p:nvPr/>
        </p:nvSpPr>
        <p:spPr>
          <a:xfrm>
            <a:off x="7655362" y="499717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42528" y="5184219"/>
            <a:ext cx="306110" cy="30611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55362" y="590442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AJAX / JSON</a:t>
            </a:r>
            <a:endParaRPr lang="en-US" sz="2300" dirty="0"/>
          </a:p>
        </p:txBody>
      </p:sp>
      <p:sp>
        <p:nvSpPr>
          <p:cNvPr id="23" name="Text 16"/>
          <p:cNvSpPr/>
          <p:nvPr/>
        </p:nvSpPr>
        <p:spPr>
          <a:xfrm>
            <a:off x="7655362" y="6412587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Переключение состояния через асинхронный запрос — мгновенный отклик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1180"/>
            <a:ext cx="78593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Функции: Задачи и Заметки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160752"/>
            <a:ext cx="1266944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3283148"/>
            <a:ext cx="181451" cy="1814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2055" y="3228737"/>
            <a:ext cx="72259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ЗАДАЧИ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3790" y="36777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Полноценный CRUD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93790" y="4276606"/>
            <a:ext cx="6244709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Приоритеты: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 / medium / high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с цветовой индикацией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Дедлайны с подсветкой просроченных задач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Фильтры: все / активные / выполненные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Быстрое переключение статуса выполнения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599521" y="3160752"/>
            <a:ext cx="1392079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E04F0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43230" y="3290768"/>
            <a:ext cx="181451" cy="1814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15407" y="3236357"/>
            <a:ext cx="83248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ЗАМЕТКИ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599521" y="36929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Быстрые записи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7599521" y="4291846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Создание, редактирование и удаление в один клик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Автосортировка по дате последнего обновления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Минималистичный редактор без лишнего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Мгновенное отображение изменений на странице</a:t>
            </a:r>
            <a:endParaRPr lang="en-US" sz="1750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BF8E72F-B403-248A-058A-BFEBD110D6B9}"/>
              </a:ext>
            </a:extLst>
          </p:cNvPr>
          <p:cNvSpPr/>
          <p:nvPr/>
        </p:nvSpPr>
        <p:spPr>
          <a:xfrm>
            <a:off x="12606391" y="7685070"/>
            <a:ext cx="1900719" cy="472611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737473"/>
            <a:ext cx="4540091" cy="567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Функция: Профиль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2" y="1905357"/>
            <a:ext cx="6702743" cy="5184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4648" y="1621274"/>
            <a:ext cx="431661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Личный кабинет Livi — это не только настройки, но и персонализация опыта.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9564648" y="2257306"/>
            <a:ext cx="4316611" cy="1294686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41788" y="2257306"/>
            <a:ext cx="91440" cy="1294686"/>
          </a:xfrm>
          <a:prstGeom prst="roundRect">
            <a:avLst>
              <a:gd name="adj" fmla="val 28372"/>
            </a:avLst>
          </a:prstGeom>
          <a:solidFill>
            <a:srgbClr val="E04F00"/>
          </a:solidFill>
          <a:ln/>
        </p:spPr>
      </p:sp>
      <p:sp>
        <p:nvSpPr>
          <p:cNvPr id="7" name="Text 4"/>
          <p:cNvSpPr/>
          <p:nvPr/>
        </p:nvSpPr>
        <p:spPr>
          <a:xfrm>
            <a:off x="9828967" y="2453045"/>
            <a:ext cx="2270046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Аватар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828967" y="2868573"/>
            <a:ext cx="385655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Загрузка фото в форматах PNG, JPG, GIF, WebP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564648" y="3683794"/>
            <a:ext cx="4316611" cy="1294686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41788" y="3683794"/>
            <a:ext cx="91440" cy="1294686"/>
          </a:xfrm>
          <a:prstGeom prst="roundRect">
            <a:avLst>
              <a:gd name="adj" fmla="val 28372"/>
            </a:avLst>
          </a:prstGeom>
          <a:solidFill>
            <a:srgbClr val="E04F00"/>
          </a:solidFill>
          <a:ln/>
        </p:spPr>
      </p:sp>
      <p:sp>
        <p:nvSpPr>
          <p:cNvPr id="11" name="Text 8"/>
          <p:cNvSpPr/>
          <p:nvPr/>
        </p:nvSpPr>
        <p:spPr>
          <a:xfrm>
            <a:off x="9828967" y="3879533"/>
            <a:ext cx="2270046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Фоновая музыка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828967" y="4295061"/>
            <a:ext cx="385655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MP3, OGG, WAV — любимые треки во время работы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564648" y="5110282"/>
            <a:ext cx="4316611" cy="1050846"/>
          </a:xfrm>
          <a:prstGeom prst="roundRect">
            <a:avLst>
              <a:gd name="adj" fmla="val 1044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41788" y="5110282"/>
            <a:ext cx="91440" cy="1050846"/>
          </a:xfrm>
          <a:prstGeom prst="roundRect">
            <a:avLst>
              <a:gd name="adj" fmla="val 28372"/>
            </a:avLst>
          </a:prstGeom>
          <a:solidFill>
            <a:srgbClr val="E04F00"/>
          </a:solidFill>
          <a:ln/>
        </p:spPr>
      </p:sp>
      <p:sp>
        <p:nvSpPr>
          <p:cNvPr id="15" name="Text 12"/>
          <p:cNvSpPr/>
          <p:nvPr/>
        </p:nvSpPr>
        <p:spPr>
          <a:xfrm>
            <a:off x="9828967" y="5306020"/>
            <a:ext cx="2270046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Смена пароля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828967" y="5721548"/>
            <a:ext cx="3856553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Безопасное обновление учётных данных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564648" y="6292929"/>
            <a:ext cx="4316611" cy="1050846"/>
          </a:xfrm>
          <a:prstGeom prst="roundRect">
            <a:avLst>
              <a:gd name="adj" fmla="val 1044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41788" y="6292929"/>
            <a:ext cx="91440" cy="1050846"/>
          </a:xfrm>
          <a:prstGeom prst="roundRect">
            <a:avLst>
              <a:gd name="adj" fmla="val 28372"/>
            </a:avLst>
          </a:prstGeom>
          <a:solidFill>
            <a:srgbClr val="E04F00"/>
          </a:solidFill>
          <a:ln/>
        </p:spPr>
      </p:sp>
      <p:sp>
        <p:nvSpPr>
          <p:cNvPr id="19" name="Text 16"/>
          <p:cNvSpPr/>
          <p:nvPr/>
        </p:nvSpPr>
        <p:spPr>
          <a:xfrm>
            <a:off x="9828967" y="6488668"/>
            <a:ext cx="2270046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Статистика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9828967" y="6904196"/>
            <a:ext cx="3856553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Общее число выполнений привычек и задач</a:t>
            </a:r>
            <a:endParaRPr lang="en-US" sz="1350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57DE3D6-837F-9437-DF7E-4DD9AD8D9C9B}"/>
              </a:ext>
            </a:extLst>
          </p:cNvPr>
          <p:cNvSpPr/>
          <p:nvPr/>
        </p:nvSpPr>
        <p:spPr>
          <a:xfrm>
            <a:off x="12606391" y="7685070"/>
            <a:ext cx="1900719" cy="472611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7882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Итоги и планы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2163247"/>
            <a:ext cx="7556421" cy="3042761"/>
          </a:xfrm>
          <a:prstGeom prst="roundRect">
            <a:avLst>
              <a:gd name="adj" fmla="val 1118"/>
            </a:avLst>
          </a:prstGeom>
          <a:solidFill>
            <a:srgbClr val="F2EEEE"/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2163247"/>
            <a:ext cx="7556421" cy="1339929"/>
          </a:xfrm>
          <a:prstGeom prst="roundRect">
            <a:avLst>
              <a:gd name="adj" fmla="val 2539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1020604" y="2390061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✅</a:t>
            </a: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Освоено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020604" y="2913459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Flask, работа с файлами, безопасность, архитектура БД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3503176"/>
            <a:ext cx="7556421" cy="170283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793790" y="3503176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0" name="Text 7"/>
          <p:cNvSpPr/>
          <p:nvPr/>
        </p:nvSpPr>
        <p:spPr>
          <a:xfrm>
            <a:off x="1020604" y="3729990"/>
            <a:ext cx="3195638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🚀</a:t>
            </a: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Варианты Развития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020604" y="4253389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мобильная версия, больше графиков статистики, экспорт данных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461159"/>
            <a:ext cx="7556421" cy="1689616"/>
          </a:xfrm>
          <a:prstGeom prst="roundRect">
            <a:avLst>
              <a:gd name="adj" fmla="val 2014"/>
            </a:avLst>
          </a:prstGeom>
          <a:solidFill>
            <a:srgbClr val="B6FCB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5805249"/>
            <a:ext cx="283488" cy="22681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30906" y="5744647"/>
            <a:ext cx="659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Livi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это не просто учебный проект. Это работающий прототип, готовый к развитию и реальным пользователям.</a:t>
            </a:r>
            <a:endParaRPr lang="en-US" sz="1750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16019F2D-2F08-0051-C805-507DC708A90F}"/>
              </a:ext>
            </a:extLst>
          </p:cNvPr>
          <p:cNvSpPr/>
          <p:nvPr/>
        </p:nvSpPr>
        <p:spPr>
          <a:xfrm>
            <a:off x="12606391" y="7777537"/>
            <a:ext cx="1900719" cy="3801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Произвольный</PresentationFormat>
  <Paragraphs>84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PT Serif</vt:lpstr>
      <vt:lpstr>Arial</vt:lpstr>
      <vt:lpstr>DM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janek szef</cp:lastModifiedBy>
  <cp:revision>2</cp:revision>
  <dcterms:created xsi:type="dcterms:W3CDTF">2026-05-04T12:55:10Z</dcterms:created>
  <dcterms:modified xsi:type="dcterms:W3CDTF">2026-05-04T13:06:34Z</dcterms:modified>
</cp:coreProperties>
</file>